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3D3AF-D299-665F-42A5-19F5BEB3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F4347-BA85-AA20-3AB4-6BD2AD66A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797E5-F2B7-536E-3B98-2E1FEC8C4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AEEA-F168-4DE7-B49D-7D567C811C20}" type="datetimeFigureOut">
              <a:rPr lang="en-NL" smtClean="0"/>
              <a:t>02/04/2026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70C05-D74C-46F7-8B3C-E756DF253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DC9C-8B97-F412-AB0B-28AA9D3E0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63FE-E61A-4740-BB52-46FC8D5245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52347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63BE-39A8-5559-6842-DBA59B11C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32C2F-99D0-8EAA-F43D-310BD472C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95251-7704-50E3-EB90-D883AAB98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AEEA-F168-4DE7-B49D-7D567C811C20}" type="datetimeFigureOut">
              <a:rPr lang="en-NL" smtClean="0"/>
              <a:t>02/04/2026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5132A-0C29-A15F-E8CB-B993427F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5034F-63A1-3557-291F-B547C52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63FE-E61A-4740-BB52-46FC8D5245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24985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0330-AD63-9D71-C9F9-FEDB842A5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5B34E-137A-088E-67EB-CFE12FCF4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67AA0-6043-4F1B-41BB-495EAC245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AEEA-F168-4DE7-B49D-7D567C811C20}" type="datetimeFigureOut">
              <a:rPr lang="en-NL" smtClean="0"/>
              <a:t>02/04/2026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E0800-B96D-3BA4-512C-FBA3DF8E5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36516-4C2B-80F9-E8B8-8A2F30F7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63FE-E61A-4740-BB52-46FC8D5245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48413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ED404-145A-8D54-EAC4-2C6A64B69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D7177-49E4-FBF8-52AC-25B585286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C0B0F-DB3B-30BB-DFC0-C6CA30BF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08839-D483-37EF-CB44-DBE25862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AEEA-F168-4DE7-B49D-7D567C811C20}" type="datetimeFigureOut">
              <a:rPr lang="en-NL" smtClean="0"/>
              <a:t>02/04/2026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01585C-6F43-22AD-96CD-3CBF1ABA9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F8FF2-74BD-8FAD-37AA-47AFAE56F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63FE-E61A-4740-BB52-46FC8D5245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92876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97592-D87D-1A0B-C3B7-FF0107221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01EF5-E095-D855-1E9D-4F07449B2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C147F-D60D-3B5B-B517-C0EEFCD83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8DB26-D6E3-55F2-9E75-39D154A91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167D05-2D21-0B07-8DFC-BFF6091A2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60DD7D-AF84-ABE4-CD59-C9D297CE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AEEA-F168-4DE7-B49D-7D567C811C20}" type="datetimeFigureOut">
              <a:rPr lang="en-NL" smtClean="0"/>
              <a:t>02/04/2026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667AE8-D173-1BFF-251B-DFE8D471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9BE273-A960-AFEA-EA56-511CC9DCB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63FE-E61A-4740-BB52-46FC8D5245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41926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E1980-3E7C-0A18-4B6A-503C5FCF9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82202-66A1-A869-B2C9-572A87B0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AEEA-F168-4DE7-B49D-7D567C811C20}" type="datetimeFigureOut">
              <a:rPr lang="en-NL" smtClean="0"/>
              <a:t>02/04/2026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884BA6-B6B5-1D75-A03C-AD081E84A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9FD9E-F9A0-AE51-E7A4-1AF0DBF6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63FE-E61A-4740-BB52-46FC8D5245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2202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5FDE44-D7F1-3C08-9683-133F2E3FF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AEEA-F168-4DE7-B49D-7D567C811C20}" type="datetimeFigureOut">
              <a:rPr lang="en-NL" smtClean="0"/>
              <a:t>02/04/2026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74C67-B226-0660-F1D7-FEFD57D2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A14C4-E21F-049C-953C-9F84F36F0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63FE-E61A-4740-BB52-46FC8D5245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76689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B69D5-0234-B1C0-6A19-86DCB87F5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38E6E-1937-DA36-E991-7EE63C7CF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D5F41-D147-A4D2-04C0-EFDCE7DE0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161F16-9206-C383-AA3D-875540630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AEEA-F168-4DE7-B49D-7D567C811C20}" type="datetimeFigureOut">
              <a:rPr lang="en-NL" smtClean="0"/>
              <a:t>02/04/2026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C39AA-DDD5-3CAD-B224-CECD27CE1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ED7A9-A68B-8B54-8019-DE30E0DC0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63FE-E61A-4740-BB52-46FC8D5245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8557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AEC93-EFFC-D68C-A926-712E0020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647C7-E813-D3CA-A006-F904CC8F6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04044F-B50C-8CE2-8560-5A49BF695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D787B-FB13-88A5-F625-786D6E2E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AEEA-F168-4DE7-B49D-7D567C811C20}" type="datetimeFigureOut">
              <a:rPr lang="en-NL" smtClean="0"/>
              <a:t>02/04/2026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64068-E290-2EB1-1A77-065EC0AC1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0ECA8-FD48-8869-2EFD-D7EED2BA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63FE-E61A-4740-BB52-46FC8D5245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77257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3284D-BADF-E518-C31A-A142D3B0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951A9-5A72-94F7-7659-859680601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1F500-4525-9851-E898-F2ABAF83B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AEEA-F168-4DE7-B49D-7D567C811C20}" type="datetimeFigureOut">
              <a:rPr lang="en-NL" smtClean="0"/>
              <a:t>02/04/2026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56729-89A7-418C-4251-FE512059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0A6AF-F05C-9D37-6DE8-9F442657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63FE-E61A-4740-BB52-46FC8D5245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2632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ED4EF9-755C-DD4A-E3B7-C0241FE4B0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525CAD-090D-E302-7869-624FCA32F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9CD1F-D1FD-2D2F-E812-40DF2B2A0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BAEEA-F168-4DE7-B49D-7D567C811C20}" type="datetimeFigureOut">
              <a:rPr lang="en-NL" smtClean="0"/>
              <a:t>02/04/2026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42E28-C128-FB43-FB08-882CFAA1F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06656-B3BB-895D-CA8E-14F61912A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D63FE-E61A-4740-BB52-46FC8D5245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27188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07316-C834-F33F-47B6-C99348CD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57781-C96A-405B-2CCF-4BBAF3AD5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09037-8EBB-74CC-1940-F6403C94C0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BAEEA-F168-4DE7-B49D-7D567C811C20}" type="datetimeFigureOut">
              <a:rPr lang="en-NL" smtClean="0"/>
              <a:t>02/04/2026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0BE55-4CF3-4E00-3905-3C9B8FE8F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B4995-051E-39F5-6294-9F9EC56A7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D63FE-E61A-4740-BB52-46FC8D52450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5133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A59D66-3C4E-427B-6287-6A106A30D9F6}"/>
              </a:ext>
            </a:extLst>
          </p:cNvPr>
          <p:cNvSpPr/>
          <p:nvPr/>
        </p:nvSpPr>
        <p:spPr>
          <a:xfrm>
            <a:off x="5036168" y="1244033"/>
            <a:ext cx="1629478" cy="5100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BLASTP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DBC99-3FE1-D4A2-C4C2-248459B1B635}"/>
              </a:ext>
            </a:extLst>
          </p:cNvPr>
          <p:cNvSpPr txBox="1"/>
          <p:nvPr/>
        </p:nvSpPr>
        <p:spPr>
          <a:xfrm>
            <a:off x="3996906" y="241540"/>
            <a:ext cx="370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Welcome! Please pick a tool to use:</a:t>
            </a:r>
            <a:endParaRPr lang="en-N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B1F26A-BFA9-006A-B930-4AD30A28EC8E}"/>
              </a:ext>
            </a:extLst>
          </p:cNvPr>
          <p:cNvSpPr/>
          <p:nvPr/>
        </p:nvSpPr>
        <p:spPr>
          <a:xfrm>
            <a:off x="0" y="0"/>
            <a:ext cx="1067716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</a:t>
            </a:r>
            <a:endParaRPr lang="en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4618F4-4A28-3A9F-68AC-4FD03C241F42}"/>
              </a:ext>
            </a:extLst>
          </p:cNvPr>
          <p:cNvSpPr/>
          <p:nvPr/>
        </p:nvSpPr>
        <p:spPr>
          <a:xfrm>
            <a:off x="1067716" y="0"/>
            <a:ext cx="1067716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Help</a:t>
            </a:r>
            <a:endParaRPr lang="en-N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792754B-076E-52B9-8D58-CFE3641836B8}"/>
              </a:ext>
            </a:extLst>
          </p:cNvPr>
          <p:cNvCxnSpPr>
            <a:cxnSpLocks/>
          </p:cNvCxnSpPr>
          <p:nvPr/>
        </p:nvCxnSpPr>
        <p:spPr>
          <a:xfrm>
            <a:off x="533858" y="304800"/>
            <a:ext cx="0" cy="500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0E04216-ED4E-938D-5BD5-21CCD051612A}"/>
              </a:ext>
            </a:extLst>
          </p:cNvPr>
          <p:cNvSpPr/>
          <p:nvPr/>
        </p:nvSpPr>
        <p:spPr>
          <a:xfrm>
            <a:off x="-1" y="805132"/>
            <a:ext cx="1305465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Upload file</a:t>
            </a:r>
            <a:endParaRPr lang="en-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CB8CF2-BAAA-673D-7F0A-77600BADCA48}"/>
              </a:ext>
            </a:extLst>
          </p:cNvPr>
          <p:cNvSpPr/>
          <p:nvPr/>
        </p:nvSpPr>
        <p:spPr>
          <a:xfrm>
            <a:off x="0" y="1109932"/>
            <a:ext cx="1305465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Restart</a:t>
            </a:r>
            <a:endParaRPr lang="en-N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1C0667-CAC1-C100-3A9D-B11D38202EFD}"/>
              </a:ext>
            </a:extLst>
          </p:cNvPr>
          <p:cNvSpPr/>
          <p:nvPr/>
        </p:nvSpPr>
        <p:spPr>
          <a:xfrm>
            <a:off x="9542" y="1417607"/>
            <a:ext cx="1305465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Exit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49444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006DF8-A196-B1B7-E46E-3866263083C0}"/>
              </a:ext>
            </a:extLst>
          </p:cNvPr>
          <p:cNvSpPr txBox="1"/>
          <p:nvPr/>
        </p:nvSpPr>
        <p:spPr>
          <a:xfrm>
            <a:off x="4641010" y="207034"/>
            <a:ext cx="1737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File information</a:t>
            </a:r>
            <a:endParaRPr lang="en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8DDFA8-67F7-CD33-AC51-B7B97E0E147B}"/>
              </a:ext>
            </a:extLst>
          </p:cNvPr>
          <p:cNvSpPr/>
          <p:nvPr/>
        </p:nvSpPr>
        <p:spPr>
          <a:xfrm>
            <a:off x="402566" y="747623"/>
            <a:ext cx="3824377" cy="55784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Global overview input file</a:t>
            </a:r>
            <a:endParaRPr lang="en-N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E8B80-7641-B86D-B6E8-6D7A136A6E0D}"/>
              </a:ext>
            </a:extLst>
          </p:cNvPr>
          <p:cNvSpPr/>
          <p:nvPr/>
        </p:nvSpPr>
        <p:spPr>
          <a:xfrm>
            <a:off x="4327585" y="747623"/>
            <a:ext cx="3824377" cy="55784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Statistics</a:t>
            </a:r>
            <a:endParaRPr lang="en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D17B8-2E6E-1B1E-EE1A-BA0F4F162402}"/>
              </a:ext>
            </a:extLst>
          </p:cNvPr>
          <p:cNvSpPr/>
          <p:nvPr/>
        </p:nvSpPr>
        <p:spPr>
          <a:xfrm>
            <a:off x="8252604" y="747623"/>
            <a:ext cx="3824377" cy="55784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Tool suggestions</a:t>
            </a:r>
            <a:endParaRPr lang="en-NL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3F7C83-DEF6-74DA-39B2-51059D4EB9A9}"/>
              </a:ext>
            </a:extLst>
          </p:cNvPr>
          <p:cNvSpPr/>
          <p:nvPr/>
        </p:nvSpPr>
        <p:spPr>
          <a:xfrm>
            <a:off x="8597660" y="5009072"/>
            <a:ext cx="914400" cy="9144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ECC9CB-54CC-B437-E001-74E32DA2D28B}"/>
              </a:ext>
            </a:extLst>
          </p:cNvPr>
          <p:cNvSpPr/>
          <p:nvPr/>
        </p:nvSpPr>
        <p:spPr>
          <a:xfrm>
            <a:off x="9707592" y="5009072"/>
            <a:ext cx="914400" cy="9144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2B1C8AE-7DBF-046B-148F-8512DC823A17}"/>
              </a:ext>
            </a:extLst>
          </p:cNvPr>
          <p:cNvSpPr/>
          <p:nvPr/>
        </p:nvSpPr>
        <p:spPr>
          <a:xfrm>
            <a:off x="10892286" y="5009072"/>
            <a:ext cx="914400" cy="9144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496CCA-1911-5395-A40A-DDE66D5A6A99}"/>
              </a:ext>
            </a:extLst>
          </p:cNvPr>
          <p:cNvSpPr/>
          <p:nvPr/>
        </p:nvSpPr>
        <p:spPr>
          <a:xfrm>
            <a:off x="724619" y="3945147"/>
            <a:ext cx="3168769" cy="21652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9ABA4C-392C-701D-3EDC-85193887C7D4}"/>
              </a:ext>
            </a:extLst>
          </p:cNvPr>
          <p:cNvSpPr/>
          <p:nvPr/>
        </p:nvSpPr>
        <p:spPr>
          <a:xfrm>
            <a:off x="4701397" y="1009290"/>
            <a:ext cx="3168769" cy="19265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4ABF87-3B99-0896-44FF-10D4F0758CC2}"/>
              </a:ext>
            </a:extLst>
          </p:cNvPr>
          <p:cNvSpPr/>
          <p:nvPr/>
        </p:nvSpPr>
        <p:spPr>
          <a:xfrm>
            <a:off x="4707148" y="1276875"/>
            <a:ext cx="3168769" cy="19265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49680C-E5AC-26AD-10C1-C2946CA16546}"/>
              </a:ext>
            </a:extLst>
          </p:cNvPr>
          <p:cNvSpPr/>
          <p:nvPr/>
        </p:nvSpPr>
        <p:spPr>
          <a:xfrm>
            <a:off x="4701397" y="1544460"/>
            <a:ext cx="3168769" cy="19265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06394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Ambagtsheer, Chris</dc:creator>
  <cp:lastModifiedBy>Ambagtsheer, Chris</cp:lastModifiedBy>
  <cp:revision>1</cp:revision>
  <dcterms:created xsi:type="dcterms:W3CDTF">2026-04-02T13:18:02Z</dcterms:created>
  <dcterms:modified xsi:type="dcterms:W3CDTF">2026-04-02T13:49:45Z</dcterms:modified>
</cp:coreProperties>
</file>